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8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E640-890F-2FCD-C428-D74B009209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CCE12D-B420-9C59-DE34-0022579BA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94320-499B-5780-1AA9-BF8C88122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21211-0B1E-4BB4-970E-02F0A9AB37C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FDE39-EA6A-7A35-FDD5-2EDA9F0EB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DC02B-3082-A64E-C325-B073D4031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6C69-75CB-4669-81D7-D1D747FF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51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4E4DF-E24E-246E-CCF7-FDB64986F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73369-4C1D-E622-0ED0-397E47889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94E89-54BE-9248-1D31-BBFC486F7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21211-0B1E-4BB4-970E-02F0A9AB37C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75288-B9D0-DFCE-23A0-AEB2444E3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81D3E-3FD4-43B1-C97D-D0923229C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6C69-75CB-4669-81D7-D1D747FF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90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FAA04-1EAC-8037-409A-2379680E2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74166-3E5E-F3B7-B7EF-A3FEC1626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A93E1-0140-8713-81DA-66F080455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21211-0B1E-4BB4-970E-02F0A9AB37C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06267-985C-89C4-5558-F54A7750A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507FD-FD7E-B3F3-E6B0-92516E796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6C69-75CB-4669-81D7-D1D747FF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588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C582A-08C8-F5F4-A844-E9A32223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1577D-BB93-A1B3-B807-E5FB1B3762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59518-0D36-A42A-F9B4-14E00A6E7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A68FB-9A4E-3ADE-2238-E9487A2E5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21211-0B1E-4BB4-970E-02F0A9AB37C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7F4721-5AF7-274C-36E2-82F594B7B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33B67-7AA1-9664-83D8-F474A829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6C69-75CB-4669-81D7-D1D747FF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211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C64BA-3A91-513F-8684-CDAEC26A4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9E93C-FAEB-3334-9236-5F146D46E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77E2A-6302-0403-1483-5B3525128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521ED0-BF71-7569-24A2-224FB0319B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48C379-F068-1BD8-E4FC-028901E0BB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4A3921-9B63-BA8D-4E06-98D937565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21211-0B1E-4BB4-970E-02F0A9AB37C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E1FBA6-F9F6-C1A7-58CD-4D6D33B90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2FD9D5-F606-EC79-4968-52F21BE7E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6C69-75CB-4669-81D7-D1D747FF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378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BD183-1183-CEEC-C3EB-A41FF727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F03794-77B4-732B-C2A2-EBF80ACB1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21211-0B1E-4BB4-970E-02F0A9AB37C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383A93-89A4-B3F6-BB4C-9AD7B7538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1A4F72-BD54-05AB-BD4F-65FD9F229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6C69-75CB-4669-81D7-D1D747FF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86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20E06-219B-DE42-CD77-97A6FEF60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21211-0B1E-4BB4-970E-02F0A9AB37C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9D9A9F-0A66-29F8-01DC-BBCC1A5F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08351-B943-312A-CE0D-5BBFB8D3A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6C69-75CB-4669-81D7-D1D747FF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66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5C7F9-C7C5-DDC8-28DE-44D7D4825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185F0-AB54-B657-6C67-5301BC363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7B28B-776B-CA1C-8736-F84C8FDFD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D5C70-4EED-AF55-87DA-02E826E7D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21211-0B1E-4BB4-970E-02F0A9AB37C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73B9-6E5E-FC94-EA52-73CD5CFD9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92C8A0-B6AB-01F0-71E6-84E8E969A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6C69-75CB-4669-81D7-D1D747FF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802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3F453-EC64-7F65-B8EF-FC3152740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BDBA8B-3014-D9DA-7E56-3E7E7C2F7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76A11-55AA-DEF4-FDA3-AE772597E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EEB58-ED8D-3EF2-B20A-A3E44257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21211-0B1E-4BB4-970E-02F0A9AB37C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52634-D657-2BF8-096F-5C356A863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AF29C-EAFF-7BE4-A66E-722A89DEA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6C69-75CB-4669-81D7-D1D747FF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205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0369A-D990-AE94-2DD7-22D523810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D1D87-F22A-5670-1518-3922A852B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EF7B-1CD9-EE5D-01BF-E7EBC1ED3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21211-0B1E-4BB4-970E-02F0A9AB37C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2EE52-32C3-BC1C-350A-0423BC42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E5EE9-656E-164B-E385-0F96CA594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6C69-75CB-4669-81D7-D1D747FF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80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E906D5-2F3E-1131-8E97-29276C92F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51787E-C1C2-8A17-B8A8-C8DDBAB06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F0EBC-0266-FB0A-895A-24536A97B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21211-0B1E-4BB4-970E-02F0A9AB37C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BE577-C1A9-D6FE-E694-1F4E7CB53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8BA9E-9DB8-559F-8912-4A297F773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6C69-75CB-4669-81D7-D1D747FF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48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A4EEE-CBE7-1CF1-C2EF-FDC98366D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DCA58-1594-E381-D0F3-11BD83F8E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E750A-7E42-DEE9-683A-203DDDF8C1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121211-0B1E-4BB4-970E-02F0A9AB37C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21135-C0C6-0C21-19F3-A6E2C33DE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DB00C-E56D-F633-CBBE-CA9133C31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E6C69-75CB-4669-81D7-D1D747FF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03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070E8EE-D365-E718-C97A-A86EF21D7F04}"/>
              </a:ext>
            </a:extLst>
          </p:cNvPr>
          <p:cNvSpPr/>
          <p:nvPr/>
        </p:nvSpPr>
        <p:spPr>
          <a:xfrm>
            <a:off x="4934309" y="966158"/>
            <a:ext cx="1932317" cy="9144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Index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AFF090-4023-9EAA-34BA-B88CFA3EEBCA}"/>
              </a:ext>
            </a:extLst>
          </p:cNvPr>
          <p:cNvSpPr/>
          <p:nvPr/>
        </p:nvSpPr>
        <p:spPr>
          <a:xfrm>
            <a:off x="1204823" y="2257245"/>
            <a:ext cx="1932317" cy="9144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Gamepage1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F6E45C-E87B-E699-A41E-A64E4FA978DC}"/>
              </a:ext>
            </a:extLst>
          </p:cNvPr>
          <p:cNvSpPr/>
          <p:nvPr/>
        </p:nvSpPr>
        <p:spPr>
          <a:xfrm>
            <a:off x="4934308" y="2971800"/>
            <a:ext cx="1932317" cy="9144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Gamepage2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01DDAA-1F55-9F17-FFFE-5FB9EEB0640E}"/>
              </a:ext>
            </a:extLst>
          </p:cNvPr>
          <p:cNvSpPr/>
          <p:nvPr/>
        </p:nvSpPr>
        <p:spPr>
          <a:xfrm>
            <a:off x="8520022" y="2257245"/>
            <a:ext cx="1932317" cy="9144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Gamepage3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9EB1707-8C3C-1FCD-B955-DCA2E8715914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858219" y="1423358"/>
            <a:ext cx="2076090" cy="721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F9AF070-5E60-20DE-942D-1025A8D5CAB9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6866626" y="1423358"/>
            <a:ext cx="2467155" cy="681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9ADC2BA-B50C-DCB5-342D-9673741A12FF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5900467" y="1880558"/>
            <a:ext cx="1" cy="1091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18010C4-7183-39D1-350D-EBBAC87EFDBA}"/>
              </a:ext>
            </a:extLst>
          </p:cNvPr>
          <p:cNvCxnSpPr>
            <a:stCxn id="8" idx="1"/>
          </p:cNvCxnSpPr>
          <p:nvPr/>
        </p:nvCxnSpPr>
        <p:spPr>
          <a:xfrm flipH="1">
            <a:off x="3450566" y="2714445"/>
            <a:ext cx="50694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DD1B19C-57DF-1B08-6905-D48C325C5135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7108166" y="1764101"/>
            <a:ext cx="2378015" cy="493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CC75804-8031-9EC0-A42C-13848FB3064B}"/>
              </a:ext>
            </a:extLst>
          </p:cNvPr>
          <p:cNvCxnSpPr>
            <a:stCxn id="5" idx="0"/>
          </p:cNvCxnSpPr>
          <p:nvPr/>
        </p:nvCxnSpPr>
        <p:spPr>
          <a:xfrm flipV="1">
            <a:off x="2170982" y="1207698"/>
            <a:ext cx="2763326" cy="1049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61DE68-ADF2-55C6-DFAD-65767A898452}"/>
              </a:ext>
            </a:extLst>
          </p:cNvPr>
          <p:cNvCxnSpPr/>
          <p:nvPr/>
        </p:nvCxnSpPr>
        <p:spPr>
          <a:xfrm flipV="1">
            <a:off x="5624423" y="2010673"/>
            <a:ext cx="0" cy="961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0120010-DD88-683B-1B7A-761F6ABE7A6B}"/>
              </a:ext>
            </a:extLst>
          </p:cNvPr>
          <p:cNvCxnSpPr/>
          <p:nvPr/>
        </p:nvCxnSpPr>
        <p:spPr>
          <a:xfrm>
            <a:off x="3450566" y="2491236"/>
            <a:ext cx="48466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248096B-1738-A623-2C4B-69107046BBC3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3293853" y="3101915"/>
            <a:ext cx="1640455" cy="327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049491C-E2F8-BBE5-A7A3-0DA54ECBF1D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170982" y="3171645"/>
            <a:ext cx="2585048" cy="4104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D3FEB2C-3D7A-F432-6538-D85672EBA593}"/>
              </a:ext>
            </a:extLst>
          </p:cNvPr>
          <p:cNvCxnSpPr>
            <a:stCxn id="6" idx="3"/>
          </p:cNvCxnSpPr>
          <p:nvPr/>
        </p:nvCxnSpPr>
        <p:spPr>
          <a:xfrm flipV="1">
            <a:off x="6866625" y="3171645"/>
            <a:ext cx="1430548" cy="257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684301B-A737-886B-1FFE-D32535FFC9F7}"/>
              </a:ext>
            </a:extLst>
          </p:cNvPr>
          <p:cNvCxnSpPr>
            <a:stCxn id="8" idx="2"/>
          </p:cNvCxnSpPr>
          <p:nvPr/>
        </p:nvCxnSpPr>
        <p:spPr>
          <a:xfrm flipH="1">
            <a:off x="7108166" y="3171645"/>
            <a:ext cx="2378015" cy="485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C7D9991F-D6BB-B203-A05C-9075DDBE48D3}"/>
              </a:ext>
            </a:extLst>
          </p:cNvPr>
          <p:cNvSpPr/>
          <p:nvPr/>
        </p:nvSpPr>
        <p:spPr>
          <a:xfrm>
            <a:off x="1160971" y="3763992"/>
            <a:ext cx="1932317" cy="9144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Gamepage1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subpage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6DAA1ED-66E3-7CBE-6E2E-FA1D12D3A1AC}"/>
              </a:ext>
            </a:extLst>
          </p:cNvPr>
          <p:cNvSpPr/>
          <p:nvPr/>
        </p:nvSpPr>
        <p:spPr>
          <a:xfrm>
            <a:off x="3640347" y="4735902"/>
            <a:ext cx="1932317" cy="9144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Gamepage2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subpage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EB2CFC-A86C-1423-0527-D1384ECFC13B}"/>
              </a:ext>
            </a:extLst>
          </p:cNvPr>
          <p:cNvSpPr/>
          <p:nvPr/>
        </p:nvSpPr>
        <p:spPr>
          <a:xfrm>
            <a:off x="7795403" y="4315723"/>
            <a:ext cx="1932317" cy="9144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Gamepage3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subpage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8FAF1AE-87C1-E6A0-B6FE-696E29542ED7}"/>
              </a:ext>
            </a:extLst>
          </p:cNvPr>
          <p:cNvCxnSpPr>
            <a:stCxn id="5" idx="2"/>
          </p:cNvCxnSpPr>
          <p:nvPr/>
        </p:nvCxnSpPr>
        <p:spPr>
          <a:xfrm flipH="1">
            <a:off x="2127129" y="3171645"/>
            <a:ext cx="43853" cy="485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A09AD8A-2B86-5CD4-16E3-A6E839E1BD35}"/>
              </a:ext>
            </a:extLst>
          </p:cNvPr>
          <p:cNvCxnSpPr/>
          <p:nvPr/>
        </p:nvCxnSpPr>
        <p:spPr>
          <a:xfrm flipV="1">
            <a:off x="2415396" y="3414622"/>
            <a:ext cx="0" cy="242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7439F47-1B42-89C8-402A-9D2471A9130C}"/>
              </a:ext>
            </a:extLst>
          </p:cNvPr>
          <p:cNvCxnSpPr/>
          <p:nvPr/>
        </p:nvCxnSpPr>
        <p:spPr>
          <a:xfrm flipV="1">
            <a:off x="4934308" y="3886200"/>
            <a:ext cx="293300" cy="7921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4822E80-16AD-0917-0CED-F76860D07D85}"/>
              </a:ext>
            </a:extLst>
          </p:cNvPr>
          <p:cNvCxnSpPr>
            <a:stCxn id="6" idx="2"/>
          </p:cNvCxnSpPr>
          <p:nvPr/>
        </p:nvCxnSpPr>
        <p:spPr>
          <a:xfrm flipH="1">
            <a:off x="5227608" y="3886200"/>
            <a:ext cx="672859" cy="7921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57D96F6-36F1-CD83-716F-22C4FC61420A}"/>
              </a:ext>
            </a:extLst>
          </p:cNvPr>
          <p:cNvCxnSpPr>
            <a:stCxn id="41" idx="0"/>
          </p:cNvCxnSpPr>
          <p:nvPr/>
        </p:nvCxnSpPr>
        <p:spPr>
          <a:xfrm flipV="1">
            <a:off x="8761562" y="3414622"/>
            <a:ext cx="572219" cy="901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34AB642-8093-62F4-A08B-CCBE89F75BE7}"/>
              </a:ext>
            </a:extLst>
          </p:cNvPr>
          <p:cNvCxnSpPr>
            <a:cxnSpLocks/>
          </p:cNvCxnSpPr>
          <p:nvPr/>
        </p:nvCxnSpPr>
        <p:spPr>
          <a:xfrm flipH="1">
            <a:off x="9333781" y="3171645"/>
            <a:ext cx="616788" cy="1049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4C070C2-27F3-B785-A2F9-7105314155F0}"/>
              </a:ext>
            </a:extLst>
          </p:cNvPr>
          <p:cNvCxnSpPr/>
          <p:nvPr/>
        </p:nvCxnSpPr>
        <p:spPr>
          <a:xfrm flipV="1">
            <a:off x="2858219" y="2010673"/>
            <a:ext cx="1869056" cy="17533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09C375A-CD9F-9C02-4EB4-EF791255C7FE}"/>
              </a:ext>
            </a:extLst>
          </p:cNvPr>
          <p:cNvCxnSpPr/>
          <p:nvPr/>
        </p:nvCxnSpPr>
        <p:spPr>
          <a:xfrm flipV="1">
            <a:off x="4114080" y="2104845"/>
            <a:ext cx="966878" cy="26310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FBCCBDC-C030-6A03-CE74-1488F9B57234}"/>
              </a:ext>
            </a:extLst>
          </p:cNvPr>
          <p:cNvCxnSpPr/>
          <p:nvPr/>
        </p:nvCxnSpPr>
        <p:spPr>
          <a:xfrm flipH="1" flipV="1">
            <a:off x="6590581" y="2010673"/>
            <a:ext cx="1706592" cy="2305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781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llamahiii999@gmail.com</dc:creator>
  <cp:lastModifiedBy>llamahiii999@gmail.com</cp:lastModifiedBy>
  <cp:revision>1</cp:revision>
  <dcterms:created xsi:type="dcterms:W3CDTF">2026-03-27T18:41:00Z</dcterms:created>
  <dcterms:modified xsi:type="dcterms:W3CDTF">2026-03-27T18:54:53Z</dcterms:modified>
</cp:coreProperties>
</file>